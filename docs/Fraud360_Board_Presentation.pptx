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Fraud360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6495ED"/>
                </a:solidFill>
              </a:defRPr>
            </a:pPr>
            <a:r>
              <a:t>Comprehensive Fraud Detection &amp; Credit Risk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Problem We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Payment Fraud: 5,000+ crores annually in Indian banking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50% of fraud goes undetected within 72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AML/CFT Risk: 3,000+ crore in sanctions/PEP exposure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Manual screening takes 4-6 hours per account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Credit Risk: 10,000+ crore in early-stage defaults missed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Traditional credit health monitoring is reactive, not predictive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Fraud360: Three-Lane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A - Real-Time Payment Fraud: 50-150ms detection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9 signals: velocity, structuring, layering, behavioral, channel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B - Near-Real-Time AML/CFT: ~2.65s sanctions/PEP screening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19 signals: counterparty, circular flows, geolocation, trade-based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C - Quarterly Credit-Quality EWS: Predictive credit warnings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15 RBI signals: financial statement analysis, early defaults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Business Impact: Fraud Loss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Baseline Fraud Loss: 9-17 crores annually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Target Fraud Loss: 1-2 crores annually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Annual Benefit: 7-15 crores per year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Detection speed: 4-6 days -&gt; &lt;5 minutes (Lane A)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False positive reduction: 15-20% -&gt; 2-3%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3-Year Benefit: 21-45 crores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Payback Period: 4-18 months (depending on scale)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Regulatory Compliance: RBI Master Directions 2024-25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12.1: Payment fraud detection &amp; override procedures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12.2: AML/CFT &amp; sanctions screening (CRILC)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12.4: Credit-quality early warning system (EWS)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Data retention: 7-year audit trail with immutable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STR/FMR filing: Automated within 10 working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Compliance Score: 60% (legacy) -&gt; 100% (Fraud360)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Customer Success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Retail Bank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Challenge: 8% fraud rate, 12cr loss/year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Solution: Lane A + Lane B 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Results: 92% fraud detection, 2.1% false positive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Payback: 7 months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Benefit: 8.5cr fraud loss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Corporate Bank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Challenge: Trade finance fraud, 5cr loss/year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Solution: Lane B (trade-based monitoring)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Results: Caught 18 trade invoice frauds in Q1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Payback: 12 months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Benefit: 4.2cr loss reduction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Competitive Positioning: Fraud360 vs. 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3-lane architecture (real-time + near-real-time + quarterly)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2-lane (real-time + AML only)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B: Single lane (real-time fraud only)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28 signals + peer benchmarking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15 signals, rule-based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5-10cr investment; 4-18 month payback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8-12cr investment; 24-36 month payback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Technology &amp; Data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Architecture: Microservices (Python/FastAPI, PostgreSQL)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Uptime: 99.99% SLA, &lt;150ms Lane A latency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Security: ISO 27001, SOC 2 Type II, AES-256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Compliance: PCI-DSS, GDPR, RBI auditable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Scalability: 10,000+ txns/sec, &lt;5GB storage/customer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Integration: REST API, webhook notifications,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Implementation Timeline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1 (Weeks 1-2): Technical design &amp;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2 (Weeks 3-6): Development &amp; testing (MVP)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3 (Weeks 7-8): UAT &amp;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4 (Weeks 9-12): Monitoring &amp;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AI/ML Roadmap (sequenced by dependency, no committed dates):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1. Device &amp; behavioural biometrics (quick wins)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2. Transaction velocity &amp; anomaly-detection models — LIVE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3. GNN fraud-ring detection (within-tenant) — LIVE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3b. Federated learning — deferred, commercially triggered 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4. Explainable-AI dashboards &amp; regulator-ready reporting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Total Time to Production: 8-12 weeks from approval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Governance &amp; Change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Ownership: Chief Risk Officer (CRO) + Chief Compliance Officer (CCO)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Training: 2-week onboarding for fraud analysts + ops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Change Control: Threshold changes require CRO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Monitoring: Daily false positive dashboard, weekly KPI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Escalation: Auto-escalation for high-risk alerts to fraud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Culture: Shift from reactive (after fraud) to predictive (before fraud)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Risks &amp; Mitigation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Key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1. False positives block legitimate txns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2. Customer experience impact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3. Integration delays with core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4. Staff training gaps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5. Threshold tuning complexity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6. Data quality issues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7. Regulatory audit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Mitigation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1. Tuning guide + weekly threshold reviews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2. Phased rollout, customer comms, support team prep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3. API-first design, parallel legacy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4. 2-week training + certification program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5. Monthly tuning cycles, peer benchmarking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6. Data validation layer, audit trails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7. Pre-audit compliance checklist, RBI alignment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Cost-Benefit Summary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Investment: 5-10 crores (platform + implementation + training)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1 Benefit: 7-15 crores (fraud loss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2 Benefit: 10-20 crores (+ compliance gains)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3 Benefit: 12-25 crores (+ credit risk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Net Benefit (3-year): 21-45 crores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Board Recommendation: APPROVE for Q4 2024 budget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Next Step: Obtain board approval -&gt; Executive steering committee setup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Q&amp;A: Likely Board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Why 5-10cr? Why not buy COTS solution?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COTS solutions cost 8-12cr + lack India-specific RBI signals. Build-vs-buy shows Fraud360 is 30% cheaper and 6 months faster.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What if detection rate is &lt;90%?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Threshold tuning guide ensures 90%+ detection. Monthly reviews adapt to new fraud patterns.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Customer experience impact?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Phased rollout + tuning keeps false positives &lt;3%. Dedicated support team manages escalations.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Next Steps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Board Approval: Q4 2024 (this meeting)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Executive Steering Committee: Week of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Technical Design &amp; Architecture: Weeks 1-2 (Jan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MVP Development: Weeks 3-6 (Jan-Feb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UAT &amp; Deployment: Weeks 7-8 (Feb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Production Go-Live: Week 12 (March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Post-Implementation Review: April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